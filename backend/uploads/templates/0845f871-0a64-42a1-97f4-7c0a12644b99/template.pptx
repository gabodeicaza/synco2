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708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ESTEBAN DE ICAZA DAVILA" userId="1cebe823-2a0b-4e0b-9d02-0c9f2131acb4" providerId="ADAL" clId="{AD3E325F-1260-4BA1-AB31-1F7E6BAADDA3}"/>
    <pc:docChg chg="custSel delSld modSld">
      <pc:chgData name="GABRIEL ESTEBAN DE ICAZA DAVILA" userId="1cebe823-2a0b-4e0b-9d02-0c9f2131acb4" providerId="ADAL" clId="{AD3E325F-1260-4BA1-AB31-1F7E6BAADDA3}" dt="2026-07-04T17:07:06.861" v="8"/>
      <pc:docMkLst>
        <pc:docMk/>
      </pc:docMkLst>
      <pc:sldChg chg="delSp modSp mod">
        <pc:chgData name="GABRIEL ESTEBAN DE ICAZA DAVILA" userId="1cebe823-2a0b-4e0b-9d02-0c9f2131acb4" providerId="ADAL" clId="{AD3E325F-1260-4BA1-AB31-1F7E6BAADDA3}" dt="2026-07-04T17:07:06.861" v="8"/>
        <pc:sldMkLst>
          <pc:docMk/>
          <pc:sldMk cId="1712635358" sldId="256"/>
        </pc:sldMkLst>
        <pc:spChg chg="del mod">
          <ac:chgData name="GABRIEL ESTEBAN DE ICAZA DAVILA" userId="1cebe823-2a0b-4e0b-9d02-0c9f2131acb4" providerId="ADAL" clId="{AD3E325F-1260-4BA1-AB31-1F7E6BAADDA3}" dt="2026-07-04T17:07:06.861" v="8"/>
          <ac:spMkLst>
            <pc:docMk/>
            <pc:sldMk cId="1712635358" sldId="256"/>
            <ac:spMk id="3" creationId="{207F7658-F94B-3B31-FB63-A481D39BB656}"/>
          </ac:spMkLst>
        </pc:spChg>
        <pc:spChg chg="del mod">
          <ac:chgData name="GABRIEL ESTEBAN DE ICAZA DAVILA" userId="1cebe823-2a0b-4e0b-9d02-0c9f2131acb4" providerId="ADAL" clId="{AD3E325F-1260-4BA1-AB31-1F7E6BAADDA3}" dt="2026-07-04T17:07:06.857" v="6"/>
          <ac:spMkLst>
            <pc:docMk/>
            <pc:sldMk cId="1712635358" sldId="256"/>
            <ac:spMk id="4" creationId="{0A06A0EA-206E-4235-677A-E344884E6671}"/>
          </ac:spMkLst>
        </pc:spChg>
      </pc:sldChg>
      <pc:sldChg chg="delSp mod">
        <pc:chgData name="GABRIEL ESTEBAN DE ICAZA DAVILA" userId="1cebe823-2a0b-4e0b-9d02-0c9f2131acb4" providerId="ADAL" clId="{AD3E325F-1260-4BA1-AB31-1F7E6BAADDA3}" dt="2026-07-02T23:19:41.068" v="1" actId="478"/>
        <pc:sldMkLst>
          <pc:docMk/>
          <pc:sldMk cId="2266760583" sldId="70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D258BB-DC48-4212-8D67-1C0CAED33F65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22C984-E3A2-4A1A-BD90-5AACC3A9607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54523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AD45CE-085C-F7B7-968E-C24E96D85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FFBB82-08ED-B96A-C2BB-4844E9DFF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3197128-8A72-26EA-3659-5411C3B7B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9A4353-481E-8337-ACF8-5FB684AB3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AD3568-E3DB-A746-5F5A-2317AD277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1828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A5E5C-0DFE-5450-4081-DF062BF8E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A3CF63-B11C-880A-1A94-626D14613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2BCADC-01CD-F1ED-203C-937985DD3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A7C826-2384-ED28-A6B1-4ADE67B32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91B824C-D749-522E-07AF-AFA3D31F7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72201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35E94-7E4C-921C-759D-0DC77F418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6478A17-8A19-024D-6552-869CF9CBDB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B310DD-428E-C9C3-FF85-19A56E34C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10B02B-6A6C-4621-A15F-60912425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8E784A-DCCE-205F-AEE8-8BDBD0CD4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78906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DDFF3-8F8D-3807-952C-565C5CA2D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102E7D-099D-15AC-FC73-38197F7158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9B88C1-4D82-E03F-4EF5-1928F4B591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150046B-720C-062D-1FA8-8E231CD99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E940290-E921-9EBD-E0CF-A3030218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C2F7FF-28F4-26F7-6420-5FD283A07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6694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5F13EB-352E-76F8-18C3-51C412158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08389C4-00B4-9098-48A5-7E6DCA27F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1D50C46-0FE4-7BEC-BF67-2133E0372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C573C31-A21E-1A8E-0766-B345B27CB8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CD26581-B365-65A0-0A17-E4305515CB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933CE93-93CA-27E6-491A-DA86EC0FD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D6D67BD-7E4D-E830-FE81-44AEE28F7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9AF7D5-8F9F-3482-759C-B4B4F99B8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5944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A7AD4-AA7B-FCC8-B82B-8C77C73C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09025D8-5EDC-F1FD-6ABE-A1E976D77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E935FA-D5E5-8EE2-BD4C-6EFB09DE5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BA88FF6-A2A2-2890-1B7B-9DA497C99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05420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E9FDF3B-A27E-41E5-989D-9FE161979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FEF2901-6BE0-43B4-3043-A8F00F322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01739B-8EE7-936A-8498-20D778E9A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9893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4482ED-22A8-5F61-E13A-731377E53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A56AF8-A355-B3CF-D3F6-E28C16942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F75230-0741-3986-7CCF-1D5193EA4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916B958-E709-AA80-0D2A-81297D020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D64881-0EBB-6529-6003-73933EB3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2C474C-066B-42C3-6738-D6CEC42F6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28890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2F3D8C-7EAA-BE08-3D3E-E8E649F9E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2395E5C-A4D7-73FD-AE8B-F7A5FC222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ADA9B3-F712-F400-B6AD-35BF936E7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4F4DAA-13A1-A4CD-0BCC-E06F2E2D5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A634A7-21B7-951E-CDB2-23A1E6FD9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347369F-B6F6-FAF9-765C-E75B7E17D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39351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BE1FBB-CA62-410B-F952-F367788EC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D8528F4-D8BA-605C-2D30-43E943BB1D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5F49255-852E-DDC7-F707-880014473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D70EF3B-5CE0-0696-0440-74E629C05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55A15C-1D4D-D579-8903-7409EF7D5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784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93087DC-82BA-0478-FC3F-C909EFD5ED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29AE62-5A6E-7958-1084-A0004CAFFB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964B06-2766-FAEE-14E7-33E02B750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B6773-3841-4524-8CDE-B15D3F531ADD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44CC92-9FB7-3DE9-587C-123D5875D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8E031B-B40F-C99F-6096-F09B9D75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87202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27A62A2-4A88-56C1-0FA7-E5F268B08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AA17F9-36FA-D6AA-9098-D50E2D3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882B4A6-FB86-4688-EAA1-3FDA22040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FB6773-3841-4524-8CDE-B15D3F531ADD}" type="datetimeFigureOut">
              <a:rPr lang="es-MX" smtClean="0"/>
              <a:t>04/07/2026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587D63-6DC1-687B-2D71-4B9E8AAFE1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7F90FC-A332-C87A-B0A2-799025CC9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E4E6F1-E4AE-43C7-85C2-1D24F2E425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62320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0954C31-2D73-E65C-4B63-B7DF6BB04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907"/>
            <a:ext cx="12192000" cy="6874908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C1AE76EE-F39E-78BC-83D7-C35E6B8B7FBF}"/>
              </a:ext>
            </a:extLst>
          </p:cNvPr>
          <p:cNvGrpSpPr/>
          <p:nvPr/>
        </p:nvGrpSpPr>
        <p:grpSpPr>
          <a:xfrm>
            <a:off x="167677" y="265094"/>
            <a:ext cx="4468977" cy="869714"/>
            <a:chOff x="1060450" y="254041"/>
            <a:chExt cx="4730750" cy="881532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1066CCC-E0E3-8C27-B3A1-FE7860D5E9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3763"/>
            <a:stretch>
              <a:fillRect/>
            </a:stretch>
          </p:blipFill>
          <p:spPr>
            <a:xfrm>
              <a:off x="3848100" y="300710"/>
              <a:ext cx="1943100" cy="788194"/>
            </a:xfrm>
            <a:prstGeom prst="rect">
              <a:avLst/>
            </a:prstGeom>
          </p:spPr>
        </p:pic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CB469070-21B3-7D8A-C03E-9D46B6FE1C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0450" y="254041"/>
              <a:ext cx="2978150" cy="881532"/>
            </a:xfrm>
            <a:prstGeom prst="rect">
              <a:avLst/>
            </a:prstGeom>
          </p:spPr>
        </p:pic>
      </p:grpSp>
      <p:pic>
        <p:nvPicPr>
          <p:cNvPr id="13" name="Imagen 12" descr="Un dibujo con letras&#10;&#10;El contenido generado por IA puede ser incorrecto.">
            <a:extLst>
              <a:ext uri="{FF2B5EF4-FFF2-40B4-BE49-F238E27FC236}">
                <a16:creationId xmlns:a16="http://schemas.microsoft.com/office/drawing/2014/main" id="{0103F0BD-D06C-F7A5-ED43-569B1F319C7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787" r="22403"/>
          <a:stretch>
            <a:fillRect/>
          </a:stretch>
        </p:blipFill>
        <p:spPr>
          <a:xfrm>
            <a:off x="10668654" y="136525"/>
            <a:ext cx="1370291" cy="1682566"/>
          </a:xfrm>
          <a:prstGeom prst="rect">
            <a:avLst/>
          </a:prstGeom>
        </p:spPr>
      </p:pic>
      <p:pic>
        <p:nvPicPr>
          <p:cNvPr id="10" name="Google Shape;473;p1" descr="Dirac">
            <a:extLst>
              <a:ext uri="{FF2B5EF4-FFF2-40B4-BE49-F238E27FC236}">
                <a16:creationId xmlns:a16="http://schemas.microsoft.com/office/drawing/2014/main" id="{477A65DB-1EB5-C4D7-AFE6-11AA928C013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7677" y="5978426"/>
            <a:ext cx="1681229" cy="614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126353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37;g3d77ff31867_0_19">
            <a:extLst>
              <a:ext uri="{FF2B5EF4-FFF2-40B4-BE49-F238E27FC236}">
                <a16:creationId xmlns:a16="http://schemas.microsoft.com/office/drawing/2014/main" id="{68846B62-A06A-583F-4E07-2C65262A477E}"/>
              </a:ext>
            </a:extLst>
          </p:cNvPr>
          <p:cNvGrpSpPr/>
          <p:nvPr/>
        </p:nvGrpSpPr>
        <p:grpSpPr>
          <a:xfrm>
            <a:off x="-4763" y="-4143"/>
            <a:ext cx="12201525" cy="772778"/>
            <a:chOff x="-1" y="-7477"/>
            <a:chExt cx="12201525" cy="772778"/>
          </a:xfrm>
        </p:grpSpPr>
        <p:pic>
          <p:nvPicPr>
            <p:cNvPr id="3" name="Google Shape;938;g3d77ff31867_0_19">
              <a:extLst>
                <a:ext uri="{FF2B5EF4-FFF2-40B4-BE49-F238E27FC236}">
                  <a16:creationId xmlns:a16="http://schemas.microsoft.com/office/drawing/2014/main" id="{8D28EBA2-D7AA-029C-0246-6E605D291946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-1" y="-7477"/>
              <a:ext cx="12201525" cy="77277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Google Shape;940;g3d77ff31867_0_19">
              <a:extLst>
                <a:ext uri="{FF2B5EF4-FFF2-40B4-BE49-F238E27FC236}">
                  <a16:creationId xmlns:a16="http://schemas.microsoft.com/office/drawing/2014/main" id="{D25ACF84-C667-8370-DE4D-CE202601F682}"/>
                </a:ext>
              </a:extLst>
            </p:cNvPr>
            <p:cNvSpPr txBox="1"/>
            <p:nvPr/>
          </p:nvSpPr>
          <p:spPr>
            <a:xfrm>
              <a:off x="4234394" y="199051"/>
              <a:ext cx="5742900" cy="38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t" anchorCtr="0">
              <a:noAutofit/>
            </a:bodyPr>
            <a:lstStyle/>
            <a:p>
              <a:pPr>
                <a:buSzPts val="1800"/>
              </a:pPr>
              <a:r>
                <a:rPr lang="es-MX" sz="1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ACTIVIDADES GENERALES</a:t>
              </a:r>
              <a:endParaRPr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>
                <a:buSzPts val="1800"/>
              </a:pPr>
              <a:endParaRPr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5" name="Google Shape;941;g3d77ff31867_0_19">
              <a:extLst>
                <a:ext uri="{FF2B5EF4-FFF2-40B4-BE49-F238E27FC236}">
                  <a16:creationId xmlns:a16="http://schemas.microsoft.com/office/drawing/2014/main" id="{49F3E024-362E-AF20-3F7D-78934EAE0DF9}"/>
                </a:ext>
              </a:extLst>
            </p:cNvPr>
            <p:cNvCxnSpPr/>
            <p:nvPr/>
          </p:nvCxnSpPr>
          <p:spPr>
            <a:xfrm>
              <a:off x="4148845" y="132049"/>
              <a:ext cx="0" cy="506400"/>
            </a:xfrm>
            <a:prstGeom prst="straightConnector1">
              <a:avLst/>
            </a:prstGeom>
            <a:noFill/>
            <a:ln w="254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38100" dist="20000" dir="5400000" rotWithShape="0">
                <a:srgbClr val="000000">
                  <a:alpha val="38040"/>
                </a:srgbClr>
              </a:outerShdw>
            </a:effectLst>
          </p:spPr>
        </p:cxn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4A4172AB-77EC-174C-8333-6F7BB1D1AA42}"/>
              </a:ext>
            </a:extLst>
          </p:cNvPr>
          <p:cNvGrpSpPr/>
          <p:nvPr/>
        </p:nvGrpSpPr>
        <p:grpSpPr>
          <a:xfrm>
            <a:off x="-4764" y="-24275"/>
            <a:ext cx="4191621" cy="786418"/>
            <a:chOff x="1060450" y="254041"/>
            <a:chExt cx="4730750" cy="881532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1555B7FC-CF77-9642-F544-AC318A5F3C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63763"/>
            <a:stretch>
              <a:fillRect/>
            </a:stretch>
          </p:blipFill>
          <p:spPr>
            <a:xfrm>
              <a:off x="3848100" y="300710"/>
              <a:ext cx="1943100" cy="788194"/>
            </a:xfrm>
            <a:prstGeom prst="rect">
              <a:avLst/>
            </a:prstGeom>
          </p:spPr>
        </p:pic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5CC8C022-20A6-49FA-B8FC-415BB99F8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0450" y="254041"/>
              <a:ext cx="2978150" cy="881532"/>
            </a:xfrm>
            <a:prstGeom prst="rect">
              <a:avLst/>
            </a:prstGeom>
          </p:spPr>
        </p:pic>
      </p:grpSp>
      <p:pic>
        <p:nvPicPr>
          <p:cNvPr id="10" name="Google Shape;944;g3d77ff31867_0_19" descr="Dirac">
            <a:extLst>
              <a:ext uri="{FF2B5EF4-FFF2-40B4-BE49-F238E27FC236}">
                <a16:creationId xmlns:a16="http://schemas.microsoft.com/office/drawing/2014/main" id="{6E28EC0C-17C6-E10E-3A08-AF5B229FBDE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768156" y="128872"/>
            <a:ext cx="1370507" cy="50091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943;g3d77ff31867_0_19">
            <a:extLst>
              <a:ext uri="{FF2B5EF4-FFF2-40B4-BE49-F238E27FC236}">
                <a16:creationId xmlns:a16="http://schemas.microsoft.com/office/drawing/2014/main" id="{F8F6D0E0-A69B-364C-6B82-D4433FFFB696}"/>
              </a:ext>
            </a:extLst>
          </p:cNvPr>
          <p:cNvSpPr/>
          <p:nvPr/>
        </p:nvSpPr>
        <p:spPr>
          <a:xfrm>
            <a:off x="-3243" y="6632015"/>
            <a:ext cx="11259000" cy="225900"/>
          </a:xfrm>
          <a:prstGeom prst="rect">
            <a:avLst/>
          </a:prstGeom>
          <a:solidFill>
            <a:srgbClr val="9D20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rgbClr val="FFFFFF"/>
              </a:solidFill>
              <a:ea typeface="+mn-ea"/>
            </a:endParaRPr>
          </a:p>
        </p:txBody>
      </p:sp>
      <p:sp>
        <p:nvSpPr>
          <p:cNvPr id="24" name="Google Shape;936;g3d77ff31867_0_19">
            <a:extLst>
              <a:ext uri="{FF2B5EF4-FFF2-40B4-BE49-F238E27FC236}">
                <a16:creationId xmlns:a16="http://schemas.microsoft.com/office/drawing/2014/main" id="{5224A409-319B-E300-87D1-1CDDE513F2B1}"/>
              </a:ext>
            </a:extLst>
          </p:cNvPr>
          <p:cNvSpPr/>
          <p:nvPr/>
        </p:nvSpPr>
        <p:spPr>
          <a:xfrm>
            <a:off x="11604625" y="6632015"/>
            <a:ext cx="587400" cy="225900"/>
          </a:xfrm>
          <a:prstGeom prst="rect">
            <a:avLst/>
          </a:prstGeom>
          <a:solidFill>
            <a:srgbClr val="9D214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2000"/>
            </a:pPr>
            <a:endParaRPr sz="2000">
              <a:solidFill>
                <a:srgbClr val="FFFFFF"/>
              </a:solidFill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667605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2</Words>
  <Application>Microsoft Office PowerPoint</Application>
  <PresentationFormat>Panorámica</PresentationFormat>
  <Paragraphs>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Roboto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ESTEBAN DE ICAZA DAVILA</dc:creator>
  <cp:lastModifiedBy>GABRIEL ESTEBAN DE ICAZA DAVILA</cp:lastModifiedBy>
  <cp:revision>2</cp:revision>
  <dcterms:created xsi:type="dcterms:W3CDTF">2026-07-01T19:21:52Z</dcterms:created>
  <dcterms:modified xsi:type="dcterms:W3CDTF">2026-07-04T17:07:16Z</dcterms:modified>
</cp:coreProperties>
</file>